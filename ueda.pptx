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FF13F5-D84A-E582-8C99-1A3DDFD0EE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39F3095-C265-630E-1279-B71BACD115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45F38F2-3F3A-1046-E50F-AD6C4C344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93E5-2930-40D6-A58A-398E7BA58F5A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3EB43A2-2CF8-8DAD-FC60-703193178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7C8458E-FD9D-DE0A-7ACC-359BBE074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96F9F-ADA2-418D-9824-24AF7AB4EE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5770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A1EED6-A1B4-A626-DDE1-2050A7195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8251967-E8BB-CE06-4681-9F1E1812B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3E9C899-A2D0-32A1-CC1C-51E47C919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93E5-2930-40D6-A58A-398E7BA58F5A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EC6AE1B-9B8D-B510-6E05-74042DCA1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FDCC1E1-61FD-DC1F-CB2E-F523BF26C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96F9F-ADA2-418D-9824-24AF7AB4EE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9119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BC1BBD-B1E9-F05B-6918-22A7B63B8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8716441-6A5B-6E63-4D8C-9BB06E37C4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45F83DD-0E65-C1DA-7578-3C4DCD5B6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93E5-2930-40D6-A58A-398E7BA58F5A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7BAB08E-215A-1DA8-1ED0-2FA040D41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9FB89E-AE58-4338-4ED4-D2A4125BD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96F9F-ADA2-418D-9824-24AF7AB4EE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7141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E6622E-AF2B-0FE4-A13C-B906F8E5A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7B98D04-C54B-9DA6-7F57-DB11741B64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BA4092B-ADED-1CBD-1911-64540A41DC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3CA166F-02DF-41E8-BC89-A385B41F1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93E5-2930-40D6-A58A-398E7BA58F5A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8D272B9-F688-4390-D9D6-312A232B7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487BC06-5298-4AB1-399B-C9E003C40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96F9F-ADA2-418D-9824-24AF7AB4EE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1612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C7CD70-5ABE-52BD-F986-1D0A34D0F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A1A1493-FECB-2CAE-8AD3-F9AA59B79C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46F60CD-A2B9-B088-A3AE-AD1348115E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6A94875-D439-92EE-0B9A-9F9B0F3C62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D4C0E21-E106-6FE8-0EA6-D731084C80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1FBD6EA-1ECD-80BA-9704-86F86F126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93E5-2930-40D6-A58A-398E7BA58F5A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691B6EE-1823-FC37-FB33-320C6F93D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685B010-A07F-2C6F-5F07-4C67DC207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96F9F-ADA2-418D-9824-24AF7AB4EE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8790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B6FC8E-EAF2-6D7E-B2BB-E6BD03A63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FEC467D-EA36-46A7-E65C-555D318CE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93E5-2930-40D6-A58A-398E7BA58F5A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6FB5E1A-D5FC-67CA-F07B-0B3F36C3B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D4D429A-6CBF-F96F-16EC-360F5199C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96F9F-ADA2-418D-9824-24AF7AB4EE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8556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1BB420C-FABB-E1B2-7210-588CF3A79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93E5-2930-40D6-A58A-398E7BA58F5A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068FF88-4BE8-FCA9-4382-13EAAAC97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8857611-5E40-5A8E-C6D9-19506DAF3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96F9F-ADA2-418D-9824-24AF7AB4EE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573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E77D16-AE82-7461-0267-591266B45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B6EC57A-347E-AA5F-B8F3-95F7F8338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018657E-2D65-2CD9-D6F1-D4492C232E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C9E25FF-598A-B970-25F2-1E80D8F66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93E5-2930-40D6-A58A-398E7BA58F5A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8775382-BF8A-9DCC-6359-DD710E6B5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7FD7255-CE0B-AC25-9994-50344DA64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96F9F-ADA2-418D-9824-24AF7AB4EE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9371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91727B-F0DF-15BE-61C6-078D4CD70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2F49BCF-5041-2081-9964-96B6FF1E8C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81C24D9-329E-6830-E6EC-82C8B5A226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A2EFD44-9E77-156B-E0B2-39E4B45AB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93E5-2930-40D6-A58A-398E7BA58F5A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D11C397-8791-42B8-C184-81061E9BE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7221AEE-EF37-1268-8D7D-DBCA8C4DC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96F9F-ADA2-418D-9824-24AF7AB4EE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5087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C8C50F-46AB-A8B5-DAD9-57E7B0749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649A5DF-2FA4-FD4C-10C9-553A05E080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05A9695-A84D-753F-97F5-166FB2700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93E5-2930-40D6-A58A-398E7BA58F5A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F20EEA5-10EA-AB23-E351-B396D260C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0A08CFE-4B68-FDCC-CDBB-8BD327613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96F9F-ADA2-418D-9824-24AF7AB4EE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0178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58385DA-83FE-7D90-1BB4-F54FDD3735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DDA00C7-528F-D767-4D9A-F961C6DA57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B5A20A8-5A52-BA8D-D38B-5264E5715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93E5-2930-40D6-A58A-398E7BA58F5A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C04318A-4BB6-786E-AF48-68CBB85F5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CA3C1C-5BBB-C16E-FB09-106932247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96F9F-ADA2-418D-9824-24AF7AB4EE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9989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1030467-720E-9395-315C-CDD6F32B1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37E9695-E165-9760-5311-4299C3E4E2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AABAD41-104F-DE26-0C31-0499E69A75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9193E5-2930-40D6-A58A-398E7BA58F5A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6083196-7E48-6800-54AC-1164AF3D12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435123-E235-D402-B5D5-5E96D84A36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C96F9F-ADA2-418D-9824-24AF7AB4EE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0600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B52B789-6DF2-5DE1-6731-04370391AF05}"/>
              </a:ext>
            </a:extLst>
          </p:cNvPr>
          <p:cNvSpPr/>
          <p:nvPr/>
        </p:nvSpPr>
        <p:spPr>
          <a:xfrm>
            <a:off x="895989" y="386626"/>
            <a:ext cx="8610089" cy="63455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14D4724-2F94-115A-3DCD-A1C4EDA592C2}"/>
              </a:ext>
            </a:extLst>
          </p:cNvPr>
          <p:cNvSpPr/>
          <p:nvPr/>
        </p:nvSpPr>
        <p:spPr>
          <a:xfrm>
            <a:off x="999460" y="467833"/>
            <a:ext cx="8371368" cy="7726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0279D33-F472-A94F-4782-95971B8E19CD}"/>
              </a:ext>
            </a:extLst>
          </p:cNvPr>
          <p:cNvSpPr/>
          <p:nvPr/>
        </p:nvSpPr>
        <p:spPr>
          <a:xfrm>
            <a:off x="999460" y="1368056"/>
            <a:ext cx="4245935" cy="523830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7A9FA8A-7AAC-9FD8-6B91-91B1D29698EF}"/>
              </a:ext>
            </a:extLst>
          </p:cNvPr>
          <p:cNvSpPr/>
          <p:nvPr/>
        </p:nvSpPr>
        <p:spPr>
          <a:xfrm>
            <a:off x="5372986" y="1368056"/>
            <a:ext cx="3948223" cy="222574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760A71D-A692-49AE-DB3C-E3B9AE0634A7}"/>
              </a:ext>
            </a:extLst>
          </p:cNvPr>
          <p:cNvSpPr/>
          <p:nvPr/>
        </p:nvSpPr>
        <p:spPr>
          <a:xfrm>
            <a:off x="5372986" y="3749749"/>
            <a:ext cx="3997842" cy="28566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5BF709F-3508-A378-B109-24BC6C363083}"/>
              </a:ext>
            </a:extLst>
          </p:cNvPr>
          <p:cNvSpPr/>
          <p:nvPr/>
        </p:nvSpPr>
        <p:spPr>
          <a:xfrm>
            <a:off x="9094381" y="1368056"/>
            <a:ext cx="226828" cy="222574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9473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FF88E4F-7394-60E3-13FD-9C171E5C5CE5}"/>
              </a:ext>
            </a:extLst>
          </p:cNvPr>
          <p:cNvSpPr/>
          <p:nvPr/>
        </p:nvSpPr>
        <p:spPr>
          <a:xfrm>
            <a:off x="405036" y="282298"/>
            <a:ext cx="9536763" cy="64683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193AC392-DA24-25E8-79B9-E5D411EB1037}"/>
              </a:ext>
            </a:extLst>
          </p:cNvPr>
          <p:cNvSpPr/>
          <p:nvPr/>
        </p:nvSpPr>
        <p:spPr>
          <a:xfrm>
            <a:off x="466405" y="380489"/>
            <a:ext cx="9364929" cy="8162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CE46E52-D249-462C-4DC1-DBB87931D064}"/>
              </a:ext>
            </a:extLst>
          </p:cNvPr>
          <p:cNvSpPr/>
          <p:nvPr/>
        </p:nvSpPr>
        <p:spPr>
          <a:xfrm>
            <a:off x="521638" y="1276478"/>
            <a:ext cx="1356257" cy="53943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C6AE4E2-0C42-E659-FD0D-41540F58129A}"/>
              </a:ext>
            </a:extLst>
          </p:cNvPr>
          <p:cNvSpPr/>
          <p:nvPr/>
        </p:nvSpPr>
        <p:spPr>
          <a:xfrm>
            <a:off x="2012907" y="1276478"/>
            <a:ext cx="7818427" cy="59221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973A4C5-9F8B-6D17-89F5-E0938B1FD6CF}"/>
              </a:ext>
            </a:extLst>
          </p:cNvPr>
          <p:cNvSpPr/>
          <p:nvPr/>
        </p:nvSpPr>
        <p:spPr>
          <a:xfrm>
            <a:off x="2166330" y="1350121"/>
            <a:ext cx="2988677" cy="15894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FDEA89D-BF1F-88F5-06DF-6AE0476FDE34}"/>
              </a:ext>
            </a:extLst>
          </p:cNvPr>
          <p:cNvSpPr/>
          <p:nvPr/>
        </p:nvSpPr>
        <p:spPr>
          <a:xfrm>
            <a:off x="2166330" y="1350121"/>
            <a:ext cx="7499308" cy="23381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098475B-30AC-81A4-B79C-DD2EFBCD738E}"/>
              </a:ext>
            </a:extLst>
          </p:cNvPr>
          <p:cNvSpPr txBox="1"/>
          <p:nvPr/>
        </p:nvSpPr>
        <p:spPr>
          <a:xfrm>
            <a:off x="7818427" y="223997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基本情報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18AA21D-4901-404F-6EEA-7B7E900EA7BE}"/>
              </a:ext>
            </a:extLst>
          </p:cNvPr>
          <p:cNvSpPr/>
          <p:nvPr/>
        </p:nvSpPr>
        <p:spPr>
          <a:xfrm>
            <a:off x="5351388" y="3811023"/>
            <a:ext cx="4314250" cy="15894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F498811B-E5B4-A6FB-26D4-949578C6179D}"/>
              </a:ext>
            </a:extLst>
          </p:cNvPr>
          <p:cNvSpPr/>
          <p:nvPr/>
        </p:nvSpPr>
        <p:spPr>
          <a:xfrm>
            <a:off x="2166330" y="3811023"/>
            <a:ext cx="7499308" cy="276467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3875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B18F92F-695F-BD03-316E-A7B4C94A4219}"/>
              </a:ext>
            </a:extLst>
          </p:cNvPr>
          <p:cNvSpPr/>
          <p:nvPr/>
        </p:nvSpPr>
        <p:spPr>
          <a:xfrm>
            <a:off x="405036" y="282298"/>
            <a:ext cx="9536763" cy="64683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B95F088-7508-04B7-1548-864FD8CB0B97}"/>
              </a:ext>
            </a:extLst>
          </p:cNvPr>
          <p:cNvSpPr/>
          <p:nvPr/>
        </p:nvSpPr>
        <p:spPr>
          <a:xfrm>
            <a:off x="466405" y="380489"/>
            <a:ext cx="9364929" cy="8162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F408735-B02D-4D4A-110D-F7CB01909930}"/>
              </a:ext>
            </a:extLst>
          </p:cNvPr>
          <p:cNvSpPr/>
          <p:nvPr/>
        </p:nvSpPr>
        <p:spPr>
          <a:xfrm>
            <a:off x="521638" y="1276478"/>
            <a:ext cx="1356257" cy="53943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4751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</Words>
  <Application>Microsoft Office PowerPoint</Application>
  <PresentationFormat>ワイド画面</PresentationFormat>
  <Paragraphs>1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植田 吉祥</dc:creator>
  <cp:lastModifiedBy>植田 吉祥</cp:lastModifiedBy>
  <cp:revision>2</cp:revision>
  <dcterms:created xsi:type="dcterms:W3CDTF">2026-07-10T02:45:48Z</dcterms:created>
  <dcterms:modified xsi:type="dcterms:W3CDTF">2026-07-10T02:52:21Z</dcterms:modified>
</cp:coreProperties>
</file>