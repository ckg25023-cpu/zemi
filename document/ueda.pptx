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F13F5-D84A-E582-8C99-1A3DDFD0E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9F3095-C265-630E-1279-B71BACD1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5F38F2-3F3A-1046-E50F-AD6C4C34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B43A2-2CF8-8DAD-FC60-70319317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C8458E-FD9D-DE0A-7ACC-359BBE07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77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A1EED6-A1B4-A626-DDE1-2050A719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251967-E8BB-CE06-4681-9F1E1812B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E9C899-A2D0-32A1-CC1C-51E47C91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C6AE1B-9B8D-B510-6E05-74042DCA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DCC1E1-61FD-DC1F-CB2E-F523BF26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1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C1BBD-B1E9-F05B-6918-22A7B63B8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716441-6A5B-6E63-4D8C-9BB06E37C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F83DD-0E65-C1DA-7578-3C4DCD5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BAB08E-215A-1DA8-1ED0-2FA040D4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9FB89E-AE58-4338-4ED4-D2A4125B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14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E6622E-AF2B-0FE4-A13C-B906F8E5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98D04-C54B-9DA6-7F57-DB11741B6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4092B-ADED-1CBD-1911-64540A41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CA166F-02DF-41E8-BC89-A385B41F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D272B9-F688-4390-D9D6-312A232B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87BC06-5298-4AB1-399B-C9E003C4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61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7CD70-5ABE-52BD-F986-1D0A34D0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A1493-FECB-2CAE-8AD3-F9AA59B7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6F60CD-A2B9-B088-A3AE-AD1348115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A94875-D439-92EE-0B9A-9F9B0F3C6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D4C0E21-E106-6FE8-0EA6-D731084C8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FBD6EA-1ECD-80BA-9704-86F86F12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91B6EE-1823-FC37-FB33-320C6F93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685B010-A07F-2C6F-5F07-4C67DC20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79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6FC8E-EAF2-6D7E-B2BB-E6BD03A6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EC467D-EA36-46A7-E65C-555D318C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FB5E1A-D5FC-67CA-F07B-0B3F36C3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4D429A-6CBF-F96F-16EC-360F5199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55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BB420C-FABB-E1B2-7210-588CF3A7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68FF88-4BE8-FCA9-4382-13EAAAC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857611-5E40-5A8E-C6D9-19506DAF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7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77D16-AE82-7461-0267-591266B4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6EC57A-347E-AA5F-B8F3-95F7F8338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18657E-2D65-2CD9-D6F1-D4492C232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9E25FF-598A-B970-25F2-1E80D8F6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775382-BF8A-9DCC-6359-DD710E6B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FD7255-CE0B-AC25-9994-50344DA6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3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1727B-F0DF-15BE-61C6-078D4CD7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F49BCF-5041-2081-9964-96B6FF1E8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1C24D9-329E-6830-E6EC-82C8B5A22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2EFD44-9E77-156B-E0B2-39E4B45A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11C397-8791-42B8-C184-81061E9B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221AEE-EF37-1268-8D7D-DBCA8C4D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08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8C50F-46AB-A8B5-DAD9-57E7B074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49A5DF-2FA4-FD4C-10C9-553A05E08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5A9695-A84D-753F-97F5-166FB270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0EEA5-10EA-AB23-E351-B396D260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08CFE-4B68-FDCC-CDBB-8BD32761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17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8385DA-83FE-7D90-1BB4-F54FDD373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DA00C7-528F-D767-4D9A-F961C6DA5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5A20A8-5A52-BA8D-D38B-5264E571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04318A-4BB6-786E-AF48-68CBB85F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A3C1C-5BBB-C16E-FB09-10693224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98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1030467-720E-9395-315C-CDD6F32B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7E9695-E165-9760-5311-4299C3E4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ABAD41-104F-DE26-0C31-0499E69A7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193E5-2930-40D6-A58A-398E7BA58F5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083196-7E48-6800-54AC-1164AF3D1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435123-E235-D402-B5D5-5E96D84A3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60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52B789-6DF2-5DE1-6731-04370391AF05}"/>
              </a:ext>
            </a:extLst>
          </p:cNvPr>
          <p:cNvSpPr/>
          <p:nvPr/>
        </p:nvSpPr>
        <p:spPr>
          <a:xfrm>
            <a:off x="895989" y="386626"/>
            <a:ext cx="8610089" cy="63455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4D4724-2F94-115A-3DCD-A1C4EDA592C2}"/>
              </a:ext>
            </a:extLst>
          </p:cNvPr>
          <p:cNvSpPr/>
          <p:nvPr/>
        </p:nvSpPr>
        <p:spPr>
          <a:xfrm>
            <a:off x="999460" y="467833"/>
            <a:ext cx="8371368" cy="772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279D33-F472-A94F-4782-95971B8E19CD}"/>
              </a:ext>
            </a:extLst>
          </p:cNvPr>
          <p:cNvSpPr/>
          <p:nvPr/>
        </p:nvSpPr>
        <p:spPr>
          <a:xfrm>
            <a:off x="999460" y="1368056"/>
            <a:ext cx="4245935" cy="52383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A9FA8A-7AAC-9FD8-6B91-91B1D29698EF}"/>
              </a:ext>
            </a:extLst>
          </p:cNvPr>
          <p:cNvSpPr/>
          <p:nvPr/>
        </p:nvSpPr>
        <p:spPr>
          <a:xfrm>
            <a:off x="5372986" y="1368056"/>
            <a:ext cx="3948223" cy="2225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60A71D-A692-49AE-DB3C-E3B9AE0634A7}"/>
              </a:ext>
            </a:extLst>
          </p:cNvPr>
          <p:cNvSpPr/>
          <p:nvPr/>
        </p:nvSpPr>
        <p:spPr>
          <a:xfrm>
            <a:off x="5372986" y="3749749"/>
            <a:ext cx="3997842" cy="2856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BF709F-3508-A378-B109-24BC6C363083}"/>
              </a:ext>
            </a:extLst>
          </p:cNvPr>
          <p:cNvSpPr/>
          <p:nvPr/>
        </p:nvSpPr>
        <p:spPr>
          <a:xfrm>
            <a:off x="9094381" y="1368056"/>
            <a:ext cx="226828" cy="2225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47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F88E4F-7394-60E3-13FD-9C171E5C5CE5}"/>
              </a:ext>
            </a:extLst>
          </p:cNvPr>
          <p:cNvSpPr/>
          <p:nvPr/>
        </p:nvSpPr>
        <p:spPr>
          <a:xfrm>
            <a:off x="405036" y="282298"/>
            <a:ext cx="9536763" cy="6468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3AC392-DA24-25E8-79B9-E5D411EB1037}"/>
              </a:ext>
            </a:extLst>
          </p:cNvPr>
          <p:cNvSpPr/>
          <p:nvPr/>
        </p:nvSpPr>
        <p:spPr>
          <a:xfrm>
            <a:off x="466405" y="380489"/>
            <a:ext cx="9364929" cy="816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E46E52-D249-462C-4DC1-DBB87931D064}"/>
              </a:ext>
            </a:extLst>
          </p:cNvPr>
          <p:cNvSpPr/>
          <p:nvPr/>
        </p:nvSpPr>
        <p:spPr>
          <a:xfrm>
            <a:off x="521638" y="1276478"/>
            <a:ext cx="1356257" cy="5394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6AE4E2-0C42-E659-FD0D-41540F58129A}"/>
              </a:ext>
            </a:extLst>
          </p:cNvPr>
          <p:cNvSpPr/>
          <p:nvPr/>
        </p:nvSpPr>
        <p:spPr>
          <a:xfrm>
            <a:off x="2012907" y="1276478"/>
            <a:ext cx="7818427" cy="5922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73A4C5-9F8B-6D17-89F5-E0938B1FD6CF}"/>
              </a:ext>
            </a:extLst>
          </p:cNvPr>
          <p:cNvSpPr/>
          <p:nvPr/>
        </p:nvSpPr>
        <p:spPr>
          <a:xfrm>
            <a:off x="2166330" y="1350121"/>
            <a:ext cx="2988677" cy="15894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DEA89D-BF1F-88F5-06DF-6AE0476FDE34}"/>
              </a:ext>
            </a:extLst>
          </p:cNvPr>
          <p:cNvSpPr/>
          <p:nvPr/>
        </p:nvSpPr>
        <p:spPr>
          <a:xfrm>
            <a:off x="2166330" y="1350121"/>
            <a:ext cx="7499308" cy="2338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98475B-30AC-81A4-B79C-DD2EFBCD738E}"/>
              </a:ext>
            </a:extLst>
          </p:cNvPr>
          <p:cNvSpPr txBox="1"/>
          <p:nvPr/>
        </p:nvSpPr>
        <p:spPr>
          <a:xfrm>
            <a:off x="7818427" y="22399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基本情報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8AA21D-4901-404F-6EEA-7B7E900EA7BE}"/>
              </a:ext>
            </a:extLst>
          </p:cNvPr>
          <p:cNvSpPr/>
          <p:nvPr/>
        </p:nvSpPr>
        <p:spPr>
          <a:xfrm>
            <a:off x="5351388" y="3811023"/>
            <a:ext cx="4314250" cy="15894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498811B-E5B4-A6FB-26D4-949578C6179D}"/>
              </a:ext>
            </a:extLst>
          </p:cNvPr>
          <p:cNvSpPr/>
          <p:nvPr/>
        </p:nvSpPr>
        <p:spPr>
          <a:xfrm>
            <a:off x="2166330" y="3811023"/>
            <a:ext cx="7499308" cy="27646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87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18F92F-695F-BD03-316E-A7B4C94A4219}"/>
              </a:ext>
            </a:extLst>
          </p:cNvPr>
          <p:cNvSpPr/>
          <p:nvPr/>
        </p:nvSpPr>
        <p:spPr>
          <a:xfrm>
            <a:off x="405036" y="282298"/>
            <a:ext cx="9536763" cy="6468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95F088-7508-04B7-1548-864FD8CB0B97}"/>
              </a:ext>
            </a:extLst>
          </p:cNvPr>
          <p:cNvSpPr/>
          <p:nvPr/>
        </p:nvSpPr>
        <p:spPr>
          <a:xfrm>
            <a:off x="466405" y="380489"/>
            <a:ext cx="9364929" cy="816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408735-B02D-4D4A-110D-F7CB01909930}"/>
              </a:ext>
            </a:extLst>
          </p:cNvPr>
          <p:cNvSpPr/>
          <p:nvPr/>
        </p:nvSpPr>
        <p:spPr>
          <a:xfrm>
            <a:off x="521638" y="1276478"/>
            <a:ext cx="1356257" cy="5394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75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8D84BD-1E56-CD04-3B6D-0B9AA5DB786E}"/>
              </a:ext>
            </a:extLst>
          </p:cNvPr>
          <p:cNvSpPr/>
          <p:nvPr/>
        </p:nvSpPr>
        <p:spPr>
          <a:xfrm>
            <a:off x="3556000" y="309915"/>
            <a:ext cx="5080000" cy="6238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A40081-470E-8A6F-87F2-E63D1BAFDB26}"/>
              </a:ext>
            </a:extLst>
          </p:cNvPr>
          <p:cNvSpPr/>
          <p:nvPr/>
        </p:nvSpPr>
        <p:spPr>
          <a:xfrm>
            <a:off x="3571683" y="288435"/>
            <a:ext cx="5032269" cy="12887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30269E-8C99-CC72-DC91-1283C768FE3D}"/>
              </a:ext>
            </a:extLst>
          </p:cNvPr>
          <p:cNvSpPr txBox="1"/>
          <p:nvPr/>
        </p:nvSpPr>
        <p:spPr>
          <a:xfrm>
            <a:off x="3648701" y="540048"/>
            <a:ext cx="336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日田市の紹介について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BCE9D4-0C43-5CC1-306A-5F35397827EE}"/>
              </a:ext>
            </a:extLst>
          </p:cNvPr>
          <p:cNvSpPr txBox="1"/>
          <p:nvPr/>
        </p:nvSpPr>
        <p:spPr>
          <a:xfrm>
            <a:off x="3823297" y="1104644"/>
            <a:ext cx="2712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サブテーマ</a:t>
            </a:r>
          </a:p>
        </p:txBody>
      </p:sp>
    </p:spTree>
    <p:extLst>
      <p:ext uri="{BB962C8B-B14F-4D97-AF65-F5344CB8AC3E}">
        <p14:creationId xmlns:p14="http://schemas.microsoft.com/office/powerpoint/2010/main" val="301885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</Words>
  <Application>Microsoft Office PowerPoint</Application>
  <PresentationFormat>ワイド画面</PresentationFormat>
  <Paragraphs>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3</cp:revision>
  <dcterms:created xsi:type="dcterms:W3CDTF">2026-07-10T02:45:48Z</dcterms:created>
  <dcterms:modified xsi:type="dcterms:W3CDTF">2026-07-28T01:37:28Z</dcterms:modified>
</cp:coreProperties>
</file>