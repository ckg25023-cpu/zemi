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>
        <p:scale>
          <a:sx n="87" d="100"/>
          <a:sy n="87" d="100"/>
        </p:scale>
        <p:origin x="480" y="1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3D18E95-4F64-B150-13E1-A94FC7EE88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8AFF137C-B952-3EE7-70D4-8AB0BCA020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D734AA5-1571-CB21-A4AA-1B12332C87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3611D-3764-417D-BF25-18A4174E834C}" type="datetimeFigureOut">
              <a:rPr kumimoji="1" lang="ja-JP" altLang="en-US" smtClean="0"/>
              <a:t>2026/7/5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B7E34E-04B1-75CA-0CDA-681CB291D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2719EFA-286E-A71B-0563-04D8818A1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E29F9-303E-4053-ABCC-A6D5F4A5B8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634834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0A9F4B3-DFB7-07D8-63B5-9F6511D317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93B3313-19AD-0902-CBEC-F6F2D5DA67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91F868C-2BE4-6D1C-3919-D534BE23C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3611D-3764-417D-BF25-18A4174E834C}" type="datetimeFigureOut">
              <a:rPr kumimoji="1" lang="ja-JP" altLang="en-US" smtClean="0"/>
              <a:t>2026/7/5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B7FD2E6-D631-BB12-62BE-DCDCF94BC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903E198-F4D9-DBED-86F6-EFA28EC54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E29F9-303E-4053-ABCC-A6D5F4A5B8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445916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9BF7E92-CB62-1B61-3754-EF750542BE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8B66607-75A7-F9B1-90E0-C75423A2D7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B39F495-9C35-4726-B78A-FEBBB6EEF4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3611D-3764-417D-BF25-18A4174E834C}" type="datetimeFigureOut">
              <a:rPr kumimoji="1" lang="ja-JP" altLang="en-US" smtClean="0"/>
              <a:t>2026/7/5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9920ADF-4CDC-BB30-CC39-0FDC1CC4DA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CBBEB91-4346-83E0-E97E-7074B41B1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E29F9-303E-4053-ABCC-A6D5F4A5B8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354360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D0A2230-1810-824E-1787-635ABD64E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A702342-9C2A-0966-380F-4E4AC340E6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B76AB65-7D5F-4F05-DC47-B3D56B0909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2B29DFC-3EBD-EB86-EC17-849812956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3611D-3764-417D-BF25-18A4174E834C}" type="datetimeFigureOut">
              <a:rPr kumimoji="1" lang="ja-JP" altLang="en-US" smtClean="0"/>
              <a:t>2026/7/5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9912216-C720-8959-84EA-C626E272F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D7518AB-0908-8992-CBC9-02428471E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E29F9-303E-4053-ABCC-A6D5F4A5B8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270429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F1EE82B-F386-8EB7-5C33-334985193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7F9DDED-900A-5AB8-430B-1842A7B8DF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E33DDEE-C7B3-BA57-E54C-FEAADDE614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60826DF7-6C76-F961-2EAA-2C44CE258F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645F84DE-B548-5675-28A9-CD3BE7922F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44896EB0-2912-0EC4-08F1-3BDEA7CBC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3611D-3764-417D-BF25-18A4174E834C}" type="datetimeFigureOut">
              <a:rPr kumimoji="1" lang="ja-JP" altLang="en-US" smtClean="0"/>
              <a:t>2026/7/5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EC4650B1-23D4-8753-2B4C-47D8AB18F7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1100249C-DE39-9B11-5215-F0BBD582F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E29F9-303E-4053-ABCC-A6D5F4A5B8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487399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8EACB4F-CB58-71B2-B722-B4A6C9738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D411EBAA-9A60-7E4A-9793-C39820E9D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3611D-3764-417D-BF25-18A4174E834C}" type="datetimeFigureOut">
              <a:rPr kumimoji="1" lang="ja-JP" altLang="en-US" smtClean="0"/>
              <a:t>2026/7/5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DB75A440-A694-996C-E194-A414A1B09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5DC9E2A3-D7BC-DBA6-F788-502E778ED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E29F9-303E-4053-ABCC-A6D5F4A5B8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053496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D18C08F5-3215-1C01-3853-8EFC0D25A7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3611D-3764-417D-BF25-18A4174E834C}" type="datetimeFigureOut">
              <a:rPr kumimoji="1" lang="ja-JP" altLang="en-US" smtClean="0"/>
              <a:t>2026/7/5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404ED9D8-8C4B-A098-93DA-25BAFCED1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D5978DC-10F4-133F-114F-C82D41D9D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E29F9-303E-4053-ABCC-A6D5F4A5B8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887459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12C7DB5-B473-439A-49B9-2E195461E7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34C06DF-CF6D-8DA0-0956-60AEEB08BD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71F1FBC-5972-A8FC-2156-43E21AD45F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3DC0B5F-FF5A-256B-EDDB-8AA8F1E9D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3611D-3764-417D-BF25-18A4174E834C}" type="datetimeFigureOut">
              <a:rPr kumimoji="1" lang="ja-JP" altLang="en-US" smtClean="0"/>
              <a:t>2026/7/5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82A3409-DF5C-0A2D-3E08-CBDCD641AA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E84021F-A468-94D6-3980-8065E7B3F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E29F9-303E-4053-ABCC-A6D5F4A5B8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318219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69994ED-7352-23D8-B601-0A918A4206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820F2E46-5A18-799D-19C4-FA8CA3203B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438BB14-5C87-E740-CB18-E221C622B7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9352390-1ED1-BC4F-7ECC-9B928F81A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3611D-3764-417D-BF25-18A4174E834C}" type="datetimeFigureOut">
              <a:rPr kumimoji="1" lang="ja-JP" altLang="en-US" smtClean="0"/>
              <a:t>2026/7/5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538FEF-1F31-DE1F-7D4B-3951841310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D4E8246-AEAA-63E2-D170-3EEBEF1E2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E29F9-303E-4053-ABCC-A6D5F4A5B8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174172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CDC4524-D8B8-9607-E232-E91E5F2F6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F6FE621-4941-ECBB-4F29-DA23090F48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E8899A5-D4BC-3BF5-DDC8-2877F672A4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3611D-3764-417D-BF25-18A4174E834C}" type="datetimeFigureOut">
              <a:rPr kumimoji="1" lang="ja-JP" altLang="en-US" smtClean="0"/>
              <a:t>2026/7/5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3F6E1E9-366A-19A2-CB09-9921D763D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1DD49A-75BE-3C27-FB47-AE5DAAEAE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E29F9-303E-4053-ABCC-A6D5F4A5B8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13235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ECF8AE9D-3C3A-8D33-A01D-FEBCE585AB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F435155-E795-8693-C451-571A7E3B7D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8DF9FA7-C309-D7CE-196C-8D69470D1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3611D-3764-417D-BF25-18A4174E834C}" type="datetimeFigureOut">
              <a:rPr kumimoji="1" lang="ja-JP" altLang="en-US" smtClean="0"/>
              <a:t>2026/7/5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A1C0506-E77B-FC3B-F797-397491FAB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B359C59-D457-99CF-0620-424E0BBC0A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E29F9-303E-4053-ABCC-A6D5F4A5B8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480862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A6068FC4-BCE7-2A16-0E62-2D904785F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43BE5A5-9B30-B619-F2EF-B46AD416C5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B576DAC-2FF9-6579-6C49-3F27F1FE55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13611D-3764-417D-BF25-18A4174E834C}" type="datetimeFigureOut">
              <a:rPr kumimoji="1" lang="ja-JP" altLang="en-US" smtClean="0"/>
              <a:t>2026/7/5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7701E1E-BCF2-29CC-C1FA-6469D1428C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1A2E17A-AD50-C5F4-2AA4-5540D82B3A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EE29F9-303E-4053-ABCC-A6D5F4A5B8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031573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7F2133BE-14DC-E38D-06BC-D1AAA847C389}"/>
              </a:ext>
            </a:extLst>
          </p:cNvPr>
          <p:cNvSpPr txBox="1"/>
          <p:nvPr/>
        </p:nvSpPr>
        <p:spPr>
          <a:xfrm>
            <a:off x="3283926" y="1551563"/>
            <a:ext cx="5624147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4000" dirty="0"/>
              <a:t>日田市の魅力</a:t>
            </a:r>
            <a:endParaRPr kumimoji="1" lang="en-US" altLang="ja-JP" sz="4000" dirty="0"/>
          </a:p>
          <a:p>
            <a:pPr algn="ctr"/>
            <a:endParaRPr lang="en-US" altLang="ja-JP" dirty="0"/>
          </a:p>
          <a:p>
            <a:pPr algn="ctr"/>
            <a:endParaRPr lang="en-US" altLang="ja-JP" dirty="0"/>
          </a:p>
          <a:p>
            <a:pPr algn="ctr"/>
            <a:endParaRPr lang="en-US" altLang="ja-JP" dirty="0"/>
          </a:p>
          <a:p>
            <a:pPr algn="ctr"/>
            <a:endParaRPr lang="en-US" altLang="ja-JP" dirty="0"/>
          </a:p>
          <a:p>
            <a:pPr algn="ctr"/>
            <a:endParaRPr lang="en-US" altLang="ja-JP" dirty="0"/>
          </a:p>
          <a:p>
            <a:pPr algn="ctr"/>
            <a:endParaRPr lang="en-US" altLang="ja-JP" dirty="0"/>
          </a:p>
          <a:p>
            <a:pPr algn="ctr"/>
            <a:endParaRPr lang="en-US" altLang="ja-JP" dirty="0"/>
          </a:p>
          <a:p>
            <a:pPr algn="ctr"/>
            <a:endParaRPr lang="en-US" altLang="ja-JP" dirty="0"/>
          </a:p>
          <a:p>
            <a:pPr algn="ctr"/>
            <a:endParaRPr lang="en-US" altLang="ja-JP" dirty="0"/>
          </a:p>
          <a:p>
            <a:pPr algn="ctr"/>
            <a:r>
              <a:rPr lang="en-US" altLang="ja-JP" dirty="0"/>
              <a:t>25023</a:t>
            </a:r>
          </a:p>
          <a:p>
            <a:pPr algn="ctr"/>
            <a:r>
              <a:rPr kumimoji="1" lang="ja-JP" altLang="en-US" dirty="0"/>
              <a:t>江田悠真</a:t>
            </a:r>
          </a:p>
        </p:txBody>
      </p:sp>
    </p:spTree>
    <p:extLst>
      <p:ext uri="{BB962C8B-B14F-4D97-AF65-F5344CB8AC3E}">
        <p14:creationId xmlns:p14="http://schemas.microsoft.com/office/powerpoint/2010/main" val="30482649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2230C2D0-5A1B-3EA9-F186-4CB1C0D08C78}"/>
              </a:ext>
            </a:extLst>
          </p:cNvPr>
          <p:cNvSpPr txBox="1"/>
          <p:nvPr/>
        </p:nvSpPr>
        <p:spPr>
          <a:xfrm>
            <a:off x="266699" y="289679"/>
            <a:ext cx="6242539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日田市について</a:t>
            </a:r>
            <a:endParaRPr kumimoji="1" lang="en-US" altLang="ja-JP" dirty="0"/>
          </a:p>
          <a:p>
            <a:endParaRPr kumimoji="1" lang="en-US" altLang="ja-JP" dirty="0"/>
          </a:p>
          <a:p>
            <a:r>
              <a:rPr lang="ja-JP" altLang="ja-JP" dirty="0"/>
              <a:t>所在地　大分県西部に位置する市。福岡県・熊本県と接し、北部九州のほぼ中央に位置する交通の要衝。</a:t>
            </a:r>
            <a:endParaRPr lang="en-US" altLang="ja-JP" dirty="0"/>
          </a:p>
          <a:p>
            <a:endParaRPr lang="ja-JP" altLang="ja-JP" dirty="0"/>
          </a:p>
          <a:p>
            <a:r>
              <a:rPr lang="ja-JP" altLang="ja-JP" dirty="0"/>
              <a:t>面積　約</a:t>
            </a:r>
            <a:r>
              <a:rPr lang="en-US" altLang="ja-JP" dirty="0"/>
              <a:t>666.03</a:t>
            </a:r>
            <a:r>
              <a:rPr lang="ja-JP" altLang="ja-JP" dirty="0"/>
              <a:t>㎢。市域の大部分を森林が占め、豊かな自然環境に恵まれている。</a:t>
            </a:r>
            <a:endParaRPr lang="en-US" altLang="ja-JP" dirty="0"/>
          </a:p>
          <a:p>
            <a:endParaRPr lang="ja-JP" altLang="ja-JP" dirty="0"/>
          </a:p>
          <a:p>
            <a:r>
              <a:rPr lang="ja-JP" altLang="ja-JP" dirty="0"/>
              <a:t>人口　約</a:t>
            </a:r>
            <a:r>
              <a:rPr lang="en-US" altLang="ja-JP" dirty="0"/>
              <a:t>5.9</a:t>
            </a:r>
            <a:r>
              <a:rPr lang="ja-JP" altLang="ja-JP" dirty="0"/>
              <a:t>万人（</a:t>
            </a:r>
            <a:r>
              <a:rPr lang="en-US" altLang="ja-JP" dirty="0"/>
              <a:t>2026</a:t>
            </a:r>
            <a:r>
              <a:rPr lang="ja-JP" altLang="ja-JP" dirty="0"/>
              <a:t>年</a:t>
            </a:r>
            <a:r>
              <a:rPr lang="en-US" altLang="ja-JP" dirty="0"/>
              <a:t>5</a:t>
            </a:r>
            <a:r>
              <a:rPr lang="ja-JP" altLang="ja-JP" dirty="0"/>
              <a:t>～</a:t>
            </a:r>
            <a:r>
              <a:rPr lang="en-US" altLang="ja-JP" dirty="0"/>
              <a:t>6</a:t>
            </a:r>
            <a:r>
              <a:rPr lang="ja-JP" altLang="ja-JP" dirty="0"/>
              <a:t>月時点）。世帯数は約</a:t>
            </a:r>
            <a:r>
              <a:rPr lang="en-US" altLang="ja-JP" dirty="0"/>
              <a:t>2.8</a:t>
            </a:r>
            <a:r>
              <a:rPr lang="ja-JP" altLang="ja-JP" dirty="0"/>
              <a:t>万世帯</a:t>
            </a:r>
          </a:p>
          <a:p>
            <a:endParaRPr kumimoji="1" lang="ja-JP" altLang="en-US" dirty="0"/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5D4D8498-E439-AC79-CD56-8EFEBAD15FC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609" t="33093" r="9892" b="29443"/>
          <a:stretch>
            <a:fillRect/>
          </a:stretch>
        </p:blipFill>
        <p:spPr>
          <a:xfrm>
            <a:off x="8027377" y="1389185"/>
            <a:ext cx="3994639" cy="4609085"/>
          </a:xfrm>
          <a:prstGeom prst="rect">
            <a:avLst/>
          </a:prstGeom>
        </p:spPr>
      </p:pic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97F34280-EBA4-5D83-1B4E-CC53018E2333}"/>
              </a:ext>
            </a:extLst>
          </p:cNvPr>
          <p:cNvSpPr txBox="1"/>
          <p:nvPr/>
        </p:nvSpPr>
        <p:spPr>
          <a:xfrm>
            <a:off x="987311" y="5628938"/>
            <a:ext cx="54938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そんな日田市の魅力を紹介していきたいと思います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3602634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5224B36-554C-B16E-FC20-124A54020F8C}"/>
              </a:ext>
            </a:extLst>
          </p:cNvPr>
          <p:cNvSpPr txBox="1"/>
          <p:nvPr/>
        </p:nvSpPr>
        <p:spPr>
          <a:xfrm>
            <a:off x="1288989" y="383171"/>
            <a:ext cx="30069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dirty="0"/>
              <a:t>豆田町</a:t>
            </a:r>
            <a:endParaRPr kumimoji="1" lang="ja-JP" altLang="en-US" dirty="0"/>
          </a:p>
        </p:txBody>
      </p:sp>
      <p:pic>
        <p:nvPicPr>
          <p:cNvPr id="5" name="図 4" descr="豆田町商店街】の周辺スポット・アクセス・口コミ - Prism Japan">
            <a:extLst>
              <a:ext uri="{FF2B5EF4-FFF2-40B4-BE49-F238E27FC236}">
                <a16:creationId xmlns:a16="http://schemas.microsoft.com/office/drawing/2014/main" id="{B370E6E5-5D47-99FD-C300-A631EA0C1B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302" y="1087554"/>
            <a:ext cx="5282344" cy="2602468"/>
          </a:xfrm>
          <a:prstGeom prst="rect">
            <a:avLst/>
          </a:prstGeom>
        </p:spPr>
      </p:pic>
      <p:pic>
        <p:nvPicPr>
          <p:cNvPr id="6" name="図 5" descr="日田市】博多からの日帰り旅行に最適な日田豆田町 - Y氏は暇人">
            <a:extLst>
              <a:ext uri="{FF2B5EF4-FFF2-40B4-BE49-F238E27FC236}">
                <a16:creationId xmlns:a16="http://schemas.microsoft.com/office/drawing/2014/main" id="{74D203BE-F8BE-E032-F2A9-E79B7D807E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786" y="4209739"/>
            <a:ext cx="4905375" cy="2523337"/>
          </a:xfrm>
          <a:prstGeom prst="rect">
            <a:avLst/>
          </a:prstGeom>
        </p:spPr>
      </p:pic>
      <p:pic>
        <p:nvPicPr>
          <p:cNvPr id="9" name="図 8" descr="小鹿田（おんた）焼の里」で触れる一子相伝・無形文化財の美しさ|現地レポ | TABIZINE～人生に旅心を～">
            <a:extLst>
              <a:ext uri="{FF2B5EF4-FFF2-40B4-BE49-F238E27FC236}">
                <a16:creationId xmlns:a16="http://schemas.microsoft.com/office/drawing/2014/main" id="{5A13F713-E517-8556-0F05-CE927D1F6D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2856" y="1087553"/>
            <a:ext cx="5697417" cy="2602469"/>
          </a:xfrm>
          <a:prstGeom prst="rect">
            <a:avLst/>
          </a:prstGeom>
        </p:spPr>
      </p:pic>
      <p:pic>
        <p:nvPicPr>
          <p:cNvPr id="12" name="図 11" descr="小鹿田焼 おんた焼 日田市 重要無形文化財 宝袋 飾り壺">
            <a:extLst>
              <a:ext uri="{FF2B5EF4-FFF2-40B4-BE49-F238E27FC236}">
                <a16:creationId xmlns:a16="http://schemas.microsoft.com/office/drawing/2014/main" id="{704B65B9-AB1C-9DB6-23CF-8666B000A6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6216" y="3690022"/>
            <a:ext cx="4257675" cy="3167978"/>
          </a:xfrm>
          <a:prstGeom prst="rect">
            <a:avLst/>
          </a:prstGeom>
        </p:spPr>
      </p:pic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F63693B5-FD6C-2E29-2DBD-BBFA88B2A7A4}"/>
              </a:ext>
            </a:extLst>
          </p:cNvPr>
          <p:cNvSpPr txBox="1"/>
          <p:nvPr/>
        </p:nvSpPr>
        <p:spPr>
          <a:xfrm>
            <a:off x="9101055" y="383171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小鹿田焼</a:t>
            </a: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5B2666F4-5154-BB21-493F-D81534892795}"/>
              </a:ext>
            </a:extLst>
          </p:cNvPr>
          <p:cNvSpPr txBox="1"/>
          <p:nvPr/>
        </p:nvSpPr>
        <p:spPr>
          <a:xfrm>
            <a:off x="9210059" y="252366"/>
            <a:ext cx="88998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100" dirty="0"/>
              <a:t>おんたやき</a:t>
            </a:r>
          </a:p>
        </p:txBody>
      </p:sp>
    </p:spTree>
    <p:extLst>
      <p:ext uri="{BB962C8B-B14F-4D97-AF65-F5344CB8AC3E}">
        <p14:creationId xmlns:p14="http://schemas.microsoft.com/office/powerpoint/2010/main" val="30066597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48C64AD-E0D4-E7B7-CD59-FD89D3AE19A7}"/>
              </a:ext>
            </a:extLst>
          </p:cNvPr>
          <p:cNvSpPr txBox="1"/>
          <p:nvPr/>
        </p:nvSpPr>
        <p:spPr>
          <a:xfrm>
            <a:off x="2400086" y="640982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日田焼きそば</a:t>
            </a:r>
          </a:p>
        </p:txBody>
      </p:sp>
      <p:pic>
        <p:nvPicPr>
          <p:cNvPr id="7" name="図 6" descr="サッポロビール 九州日田工場 | 工場見学・ミュージアム | サッポロビール">
            <a:extLst>
              <a:ext uri="{FF2B5EF4-FFF2-40B4-BE49-F238E27FC236}">
                <a16:creationId xmlns:a16="http://schemas.microsoft.com/office/drawing/2014/main" id="{84FEBC65-6F2C-9BDF-A7FD-4B8E6D37E2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0177" y="3510654"/>
            <a:ext cx="4524741" cy="3261850"/>
          </a:xfrm>
          <a:prstGeom prst="rect">
            <a:avLst/>
          </a:prstGeom>
        </p:spPr>
      </p:pic>
      <p:pic>
        <p:nvPicPr>
          <p:cNvPr id="8" name="図 7" descr="サッポロビール九州日田工場 | 日本一の「おんせん県」大分県の観光情報公式サイト">
            <a:extLst>
              <a:ext uri="{FF2B5EF4-FFF2-40B4-BE49-F238E27FC236}">
                <a16:creationId xmlns:a16="http://schemas.microsoft.com/office/drawing/2014/main" id="{FDBA3EE2-DAFC-19A5-8DA3-58EA2C8DB8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0176" y="646331"/>
            <a:ext cx="4524741" cy="2864322"/>
          </a:xfrm>
          <a:prstGeom prst="rect">
            <a:avLst/>
          </a:prstGeom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9B67A18E-A70D-9AA5-D15D-7F5B3DCF4434}"/>
              </a:ext>
            </a:extLst>
          </p:cNvPr>
          <p:cNvSpPr txBox="1"/>
          <p:nvPr/>
        </p:nvSpPr>
        <p:spPr>
          <a:xfrm>
            <a:off x="9363808" y="0"/>
            <a:ext cx="18004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サッポロビール</a:t>
            </a:r>
            <a:endParaRPr kumimoji="1" lang="en-US" altLang="ja-JP" dirty="0"/>
          </a:p>
          <a:p>
            <a:r>
              <a:rPr lang="ja-JP" altLang="en-US" dirty="0"/>
              <a:t>九州日田工場</a:t>
            </a:r>
            <a:endParaRPr kumimoji="1" lang="ja-JP" altLang="en-US" dirty="0"/>
          </a:p>
        </p:txBody>
      </p:sp>
      <p:pic>
        <p:nvPicPr>
          <p:cNvPr id="11" name="図 10" descr="地元民おすすめ！大分名物「日田焼きそば」が美味しい店6選！パリッと焼けた麺が絶妙 ｜じゃらんニュース">
            <a:extLst>
              <a:ext uri="{FF2B5EF4-FFF2-40B4-BE49-F238E27FC236}">
                <a16:creationId xmlns:a16="http://schemas.microsoft.com/office/drawing/2014/main" id="{6AEA25AE-A970-4286-2AF6-A2DC4B6598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695" y="1112323"/>
            <a:ext cx="6381750" cy="4181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42897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264AF07-43D4-1431-CF0F-A84C1B20DEA6}"/>
              </a:ext>
            </a:extLst>
          </p:cNvPr>
          <p:cNvSpPr txBox="1"/>
          <p:nvPr/>
        </p:nvSpPr>
        <p:spPr>
          <a:xfrm>
            <a:off x="5426586" y="5257800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進撃の巨人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24636A54-F30C-C410-0CB4-F07FE0D58D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762" y="0"/>
            <a:ext cx="3580515" cy="5011616"/>
          </a:xfrm>
          <a:prstGeom prst="rect">
            <a:avLst/>
          </a:prstGeom>
        </p:spPr>
      </p:pic>
      <p:pic>
        <p:nvPicPr>
          <p:cNvPr id="7" name="図 6" descr="進撃の巨人」最終巻発売、書店員が調査兵団姿で「心臓を捧げる」ポーズ - 社会写真ニュース : 日刊スポーツ">
            <a:extLst>
              <a:ext uri="{FF2B5EF4-FFF2-40B4-BE49-F238E27FC236}">
                <a16:creationId xmlns:a16="http://schemas.microsoft.com/office/drawing/2014/main" id="{47B499E6-E532-90C4-2E6A-49BF5D67F5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6638" y="35168"/>
            <a:ext cx="3048000" cy="4976447"/>
          </a:xfrm>
          <a:prstGeom prst="rect">
            <a:avLst/>
          </a:prstGeom>
        </p:spPr>
      </p:pic>
      <p:pic>
        <p:nvPicPr>
          <p:cNvPr id="8" name="図 7" descr="進撃の巨人 × 日田・大山 ゆかりの地観光ガイド | Seasonal information | 日本一の「おんせん県」大分県の観光情報公式サイト">
            <a:extLst>
              <a:ext uri="{FF2B5EF4-FFF2-40B4-BE49-F238E27FC236}">
                <a16:creationId xmlns:a16="http://schemas.microsoft.com/office/drawing/2014/main" id="{53175CEB-2F4F-AD1A-07AF-2C62DDAC46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0" y="0"/>
            <a:ext cx="3401157" cy="5076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7464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3FCCE657-92B7-F3B2-67B7-517828D473A5}"/>
              </a:ext>
            </a:extLst>
          </p:cNvPr>
          <p:cNvSpPr txBox="1"/>
          <p:nvPr/>
        </p:nvSpPr>
        <p:spPr>
          <a:xfrm>
            <a:off x="4387840" y="3105834"/>
            <a:ext cx="34163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en-US" dirty="0"/>
              <a:t>以上です</a:t>
            </a:r>
            <a:endParaRPr lang="en-US" altLang="ja-JP" dirty="0"/>
          </a:p>
          <a:p>
            <a:r>
              <a:rPr kumimoji="1" lang="ja-JP" altLang="en-US" dirty="0"/>
              <a:t>ご清聴ありがとうございました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2089844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</TotalTime>
  <Words>106</Words>
  <Application>Microsoft Office PowerPoint</Application>
  <PresentationFormat>ワイド画面</PresentationFormat>
  <Paragraphs>29</Paragraphs>
  <Slides>6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江田　悠真</dc:creator>
  <cp:lastModifiedBy>江田　悠真</cp:lastModifiedBy>
  <cp:revision>2</cp:revision>
  <dcterms:created xsi:type="dcterms:W3CDTF">2026-07-05T11:53:08Z</dcterms:created>
  <dcterms:modified xsi:type="dcterms:W3CDTF">2026-07-05T14:21:25Z</dcterms:modified>
</cp:coreProperties>
</file>