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7CBA65-9E60-BA99-55B7-3B94E7CF4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85F4C02-0CB9-82E0-7C1E-8851F13D9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C74DE8-2035-5CC0-0652-A8DD6C4B4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021A4C-5023-7FC2-7144-5F237889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ED8C77-72B2-ED07-819A-35B2B2DFA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676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96C080-4559-D145-5B9F-B244D1E84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8A1862-F009-5437-1137-4AA0BCD1F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2AAAC9-21F1-C48C-AAE8-63CF4C8C2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9CD1FF-8416-D5F3-4EB5-FF8BC389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B1B4C6-0CF3-E5B3-F144-762FECF46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9805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D9DD51-D3C6-6F78-AD48-43384B16D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3F4A90-3509-0EE0-8E5C-98CF8ECF0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797930-F164-2FFC-87A1-197D121C4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1C2FE1-7F95-F694-0499-B8C82131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8DBF0A-16D7-2666-100C-4C6D16BDD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7580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D5EA91-2F84-1D24-255B-B3A9AA467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0AD370-D95B-0562-F5DE-5D7852B3C0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79DEFE-ED17-8D91-09A4-DE22E8A1D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CAA053-31A5-6186-0965-680F6222E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ADEB5C-5A33-7FC9-308F-D497F111C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DB2F5C-C263-C124-EE75-F01F5249F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551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2EC5C1-9E96-8F46-60EA-6DF8485D3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F136D3-B805-0731-D1F0-F6155DC4A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30375B-5670-FCB6-F2DD-E6F458230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EE52E06-130E-FF14-3CFB-F4E1D8834D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DD89913-095E-8A8C-00AD-1FE2B1CFC5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308A40C-3772-E50F-5219-4C6D8A8A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094B7DE-821A-B911-47EE-2F2AFADA5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7BE98FC-FF8E-92DB-72AC-511B52A68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507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FD2DA8-F177-BB9B-C4FD-C469EDDB5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F0C01D7-9A88-DB90-06AA-CDB497DAF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6837087-4E89-4021-91C5-E6B10A80B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DA01287-8CC2-BBFC-D178-1FF9FBD17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5183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5FF6DE5-27E9-447F-5502-CA55092E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811171F-DD66-22BC-1EAF-B13E7353F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5EE116-3515-CF9D-5C49-CE878FDA4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992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01645F-618E-016B-CED6-500C541F1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B2457A-DD1C-99AC-ACA3-D6D80019F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5E9475B-E861-9A23-559F-56D14ABBB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CA024A7-6860-561C-B52B-CC85130CA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21E031-7109-ADC3-BF2A-B4DBB3966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319AC4-E8A4-EC42-1CDC-F49ABA7ED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6684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6741EA-1185-3228-7BE8-F95D3CE75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8B2516C-A2A0-B2E7-4827-B638E454C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F51AD6D-2354-C204-FD60-C8E9621B7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A3DA00-79DF-69BE-F20B-D531EF86D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B1D704-D68C-1BDC-86BD-4CACD10EF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696170-1F80-D353-9E92-43DC615A4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5916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641C01-2379-86E4-15DE-E09CAEF0F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B637539-3CE7-E9F3-EC7A-2D75AB124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E738C3-E606-586E-289F-C92B878C3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F0DD32-C8FA-0731-A874-84701414E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DCE66E-DF42-2541-879F-0C40DA85C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6394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DEBF466-7A09-C4AD-2A16-16B4771781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A9EA256-943A-D750-C151-643EF9698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D8E434-ACD7-0F34-49FE-1F239ADB1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84DE99-5A16-632A-E395-8799C4F46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16C312-B291-B6A1-D47E-1D0E41FD6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5522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B11EA1E-93CF-59BF-D447-A23CD3CC0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514E34-7FBF-60F6-ABD8-6CC7F80BF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A51C9B-0A36-5A15-CA4F-4CE0B96611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617FF-B0DD-47EA-AC72-123D7216C09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7E1E7D-01BA-A270-1FB5-91FA95262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44297F-9D90-C556-3FB5-7385864A4A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302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8A12894-3653-0764-E1BA-2520F81207D8}"/>
              </a:ext>
            </a:extLst>
          </p:cNvPr>
          <p:cNvSpPr txBox="1"/>
          <p:nvPr/>
        </p:nvSpPr>
        <p:spPr>
          <a:xfrm>
            <a:off x="3053749" y="1896533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一人暮らしにおすすめなペット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98D8353-3CFE-8B32-82B9-B269CC5BD1E8}"/>
              </a:ext>
            </a:extLst>
          </p:cNvPr>
          <p:cNvSpPr txBox="1"/>
          <p:nvPr/>
        </p:nvSpPr>
        <p:spPr>
          <a:xfrm>
            <a:off x="4910667" y="5486400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25023</a:t>
            </a:r>
          </a:p>
          <a:p>
            <a:r>
              <a:rPr lang="ja-JP" altLang="en-US" dirty="0"/>
              <a:t>江田悠真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34753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FF12B29-4BC4-4270-C8B2-534E3CF0257B}"/>
              </a:ext>
            </a:extLst>
          </p:cNvPr>
          <p:cNvSpPr txBox="1"/>
          <p:nvPr/>
        </p:nvSpPr>
        <p:spPr>
          <a:xfrm>
            <a:off x="4618672" y="2274838"/>
            <a:ext cx="295465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一人暮らしに癒しが欲しい</a:t>
            </a:r>
            <a:endParaRPr kumimoji="1" lang="en-US" altLang="ja-JP" dirty="0"/>
          </a:p>
          <a:p>
            <a:r>
              <a:rPr lang="ja-JP" altLang="en-US" dirty="0"/>
              <a:t>・・・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そんな時はペット</a:t>
            </a:r>
            <a:endParaRPr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注意点</a:t>
            </a:r>
            <a:endParaRPr kumimoji="1" lang="en-US" altLang="ja-JP" dirty="0"/>
          </a:p>
          <a:p>
            <a:r>
              <a:rPr kumimoji="1" lang="ja-JP" altLang="en-US" dirty="0"/>
              <a:t>ペット可のアパート</a:t>
            </a:r>
            <a:endParaRPr kumimoji="1" lang="en-US" altLang="ja-JP" dirty="0"/>
          </a:p>
          <a:p>
            <a:r>
              <a:rPr lang="ja-JP" altLang="en-US" dirty="0"/>
              <a:t>うるさくない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51425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F87DDE4-638D-C8DF-0FAA-15FA3B1F8445}"/>
              </a:ext>
            </a:extLst>
          </p:cNvPr>
          <p:cNvSpPr txBox="1"/>
          <p:nvPr/>
        </p:nvSpPr>
        <p:spPr>
          <a:xfrm>
            <a:off x="929984" y="315668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ハムスター</a:t>
            </a:r>
            <a:endParaRPr kumimoji="1" lang="en-US" altLang="ja-JP" dirty="0"/>
          </a:p>
          <a:p>
            <a:r>
              <a:rPr lang="ja-JP" altLang="en-US" dirty="0"/>
              <a:t>（平均寿命２～３年）</a:t>
            </a:r>
            <a:endParaRPr kumimoji="1" lang="ja-JP" altLang="en-US" dirty="0"/>
          </a:p>
        </p:txBody>
      </p:sp>
      <p:pic>
        <p:nvPicPr>
          <p:cNvPr id="5" name="図 4" descr="キンクマハムスターの寿命は？平均や長生きさせる飼い方のコツ - イオンのペット葬「ペットライフ知恵袋」">
            <a:extLst>
              <a:ext uri="{FF2B5EF4-FFF2-40B4-BE49-F238E27FC236}">
                <a16:creationId xmlns:a16="http://schemas.microsoft.com/office/drawing/2014/main" id="{6152485B-F04E-347E-B785-32F11A3F1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38" y="961999"/>
            <a:ext cx="3147483" cy="3801533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6140307-AD2D-E372-0AE1-58E0698193FA}"/>
              </a:ext>
            </a:extLst>
          </p:cNvPr>
          <p:cNvSpPr txBox="1"/>
          <p:nvPr/>
        </p:nvSpPr>
        <p:spPr>
          <a:xfrm>
            <a:off x="5236714" y="3206003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ウサギ</a:t>
            </a:r>
            <a:endParaRPr lang="en-US" altLang="ja-JP" dirty="0"/>
          </a:p>
          <a:p>
            <a:r>
              <a:rPr kumimoji="1" lang="ja-JP" altLang="en-US" dirty="0"/>
              <a:t>（平均寿命８年）</a:t>
            </a:r>
          </a:p>
        </p:txBody>
      </p:sp>
      <p:pic>
        <p:nvPicPr>
          <p:cNvPr id="7" name="図 6" descr="飼う前に知っておきたいウサギの特徴について | animal lab（アニラボ）">
            <a:extLst>
              <a:ext uri="{FF2B5EF4-FFF2-40B4-BE49-F238E27FC236}">
                <a16:creationId xmlns:a16="http://schemas.microsoft.com/office/drawing/2014/main" id="{416C79A5-F0F0-D754-4E35-81C567880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488" y="4004733"/>
            <a:ext cx="4631779" cy="2752413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D0F849B-6A71-2C04-B429-49674256A33F}"/>
              </a:ext>
            </a:extLst>
          </p:cNvPr>
          <p:cNvSpPr txBox="1"/>
          <p:nvPr/>
        </p:nvSpPr>
        <p:spPr>
          <a:xfrm>
            <a:off x="9465733" y="638833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モルモット</a:t>
            </a:r>
            <a:endParaRPr kumimoji="1" lang="en-US" altLang="ja-JP" dirty="0"/>
          </a:p>
          <a:p>
            <a:r>
              <a:rPr lang="ja-JP" altLang="en-US" dirty="0"/>
              <a:t>（平均寿命</a:t>
            </a:r>
            <a:r>
              <a:rPr lang="en-US" altLang="ja-JP" dirty="0"/>
              <a:t>5</a:t>
            </a:r>
            <a:r>
              <a:rPr lang="ja-JP" altLang="en-US" dirty="0"/>
              <a:t>～７）</a:t>
            </a:r>
            <a:endParaRPr kumimoji="1" lang="ja-JP" altLang="en-US" dirty="0"/>
          </a:p>
        </p:txBody>
      </p:sp>
      <p:pic>
        <p:nvPicPr>
          <p:cNvPr id="9" name="図 8" descr="ツルンとしたまぁるいフォルムが可愛い♥イングリッシュモルモットさんいますよ〜">
            <a:extLst>
              <a:ext uri="{FF2B5EF4-FFF2-40B4-BE49-F238E27FC236}">
                <a16:creationId xmlns:a16="http://schemas.microsoft.com/office/drawing/2014/main" id="{40226829-C670-1466-E174-7A5BFC0D5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982" y="1252329"/>
            <a:ext cx="3331351" cy="418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71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フェレットとの新生活をはじめよう！お迎え前の準備＆選び方のポイントを解説">
            <a:extLst>
              <a:ext uri="{FF2B5EF4-FFF2-40B4-BE49-F238E27FC236}">
                <a16:creationId xmlns:a16="http://schemas.microsoft.com/office/drawing/2014/main" id="{C59F87D6-3945-A9C6-8734-BF6466D2A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1" y="1484531"/>
            <a:ext cx="3481920" cy="3297239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3EE9A77-C8B0-2C6F-2FAA-BCCECBF84D85}"/>
              </a:ext>
            </a:extLst>
          </p:cNvPr>
          <p:cNvSpPr txBox="1"/>
          <p:nvPr/>
        </p:nvSpPr>
        <p:spPr>
          <a:xfrm>
            <a:off x="556962" y="838200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フェレット</a:t>
            </a:r>
            <a:endParaRPr kumimoji="1" lang="en-US" altLang="ja-JP" dirty="0"/>
          </a:p>
          <a:p>
            <a:r>
              <a:rPr lang="ja-JP" altLang="en-US" dirty="0"/>
              <a:t>（寿命６年～８年）</a:t>
            </a:r>
            <a:endParaRPr kumimoji="1" lang="en-US" altLang="ja-JP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61EC640-EE01-3E76-092D-374F7D0D0653}"/>
              </a:ext>
            </a:extLst>
          </p:cNvPr>
          <p:cNvSpPr txBox="1"/>
          <p:nvPr/>
        </p:nvSpPr>
        <p:spPr>
          <a:xfrm>
            <a:off x="4598622" y="2782669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チンチラ</a:t>
            </a:r>
            <a:endParaRPr kumimoji="1" lang="en-US" altLang="ja-JP" dirty="0"/>
          </a:p>
          <a:p>
            <a:r>
              <a:rPr lang="ja-JP" altLang="en-US" dirty="0"/>
              <a:t>（寿命１０年～１５年）</a:t>
            </a:r>
            <a:endParaRPr kumimoji="1" lang="ja-JP" altLang="en-US" dirty="0"/>
          </a:p>
        </p:txBody>
      </p:sp>
      <p:pic>
        <p:nvPicPr>
          <p:cNvPr id="7" name="図 6" descr="チンチラの飼い方と注意点｜特徴・寿命・種類・値段【まとめ】 | PETREAR(ペットリア)">
            <a:extLst>
              <a:ext uri="{FF2B5EF4-FFF2-40B4-BE49-F238E27FC236}">
                <a16:creationId xmlns:a16="http://schemas.microsoft.com/office/drawing/2014/main" id="{9862C5DB-D6B8-32F2-6B3F-064E13530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151" y="3429000"/>
            <a:ext cx="3784763" cy="313191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63ED6A6-FE10-11C7-3088-AE9D71AA941C}"/>
              </a:ext>
            </a:extLst>
          </p:cNvPr>
          <p:cNvSpPr txBox="1"/>
          <p:nvPr/>
        </p:nvSpPr>
        <p:spPr>
          <a:xfrm>
            <a:off x="9110133" y="838200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ハリネズミ</a:t>
            </a:r>
            <a:endParaRPr kumimoji="1" lang="en-US" altLang="ja-JP" dirty="0"/>
          </a:p>
          <a:p>
            <a:r>
              <a:rPr lang="ja-JP" altLang="en-US" dirty="0"/>
              <a:t>（寿命３年～５年）</a:t>
            </a:r>
            <a:endParaRPr kumimoji="1" lang="ja-JP" altLang="en-US" dirty="0"/>
          </a:p>
        </p:txBody>
      </p:sp>
      <p:pic>
        <p:nvPicPr>
          <p:cNvPr id="9" name="図 8" descr="ハリネズミの寿命を延ばすための具体的な飼育方法とケア - COCOペットジャーナル">
            <a:extLst>
              <a:ext uri="{FF2B5EF4-FFF2-40B4-BE49-F238E27FC236}">
                <a16:creationId xmlns:a16="http://schemas.microsoft.com/office/drawing/2014/main" id="{11F6E518-DB72-BA88-AAF9-6C2FFC83F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6733" y="1388532"/>
            <a:ext cx="3141133" cy="379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340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04A2DA2-A126-AD79-6F2E-63ACCB0224FD}"/>
              </a:ext>
            </a:extLst>
          </p:cNvPr>
          <p:cNvSpPr txBox="1"/>
          <p:nvPr/>
        </p:nvSpPr>
        <p:spPr>
          <a:xfrm>
            <a:off x="4233333" y="2044468"/>
            <a:ext cx="387798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今紹介した動物たち以外にも</a:t>
            </a:r>
            <a:endParaRPr kumimoji="1" lang="en-US" altLang="ja-JP" dirty="0"/>
          </a:p>
          <a:p>
            <a:r>
              <a:rPr kumimoji="1" lang="ja-JP" altLang="en-US" dirty="0"/>
              <a:t>飼える動物はたくさんいます</a:t>
            </a:r>
            <a:endParaRPr kumimoji="1" lang="en-US" altLang="ja-JP" dirty="0"/>
          </a:p>
          <a:p>
            <a:r>
              <a:rPr kumimoji="1" lang="ja-JP" altLang="en-US" dirty="0"/>
              <a:t>（例　インコ、熱帯魚、昆虫など）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ぜひ一人暮らしをする際</a:t>
            </a:r>
            <a:endParaRPr kumimoji="1" lang="en-US" altLang="ja-JP" dirty="0"/>
          </a:p>
          <a:p>
            <a:r>
              <a:rPr kumimoji="1" lang="ja-JP" altLang="en-US" dirty="0"/>
              <a:t>買ってみてはいかがでしょうか</a:t>
            </a:r>
          </a:p>
        </p:txBody>
      </p:sp>
    </p:spTree>
    <p:extLst>
      <p:ext uri="{BB962C8B-B14F-4D97-AF65-F5344CB8AC3E}">
        <p14:creationId xmlns:p14="http://schemas.microsoft.com/office/powerpoint/2010/main" val="2856439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FDBC5A5-8770-5EE6-232E-ACDC0E1189A8}"/>
              </a:ext>
            </a:extLst>
          </p:cNvPr>
          <p:cNvSpPr txBox="1"/>
          <p:nvPr/>
        </p:nvSpPr>
        <p:spPr>
          <a:xfrm>
            <a:off x="4387840" y="3014133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以上</a:t>
            </a:r>
            <a:endParaRPr kumimoji="1" lang="en-US" altLang="ja-JP" dirty="0"/>
          </a:p>
          <a:p>
            <a:r>
              <a:rPr kumimoji="1" lang="ja-JP" altLang="en-US" dirty="0"/>
              <a:t>ご清聴ありがとうございました</a:t>
            </a:r>
          </a:p>
        </p:txBody>
      </p:sp>
    </p:spTree>
    <p:extLst>
      <p:ext uri="{BB962C8B-B14F-4D97-AF65-F5344CB8AC3E}">
        <p14:creationId xmlns:p14="http://schemas.microsoft.com/office/powerpoint/2010/main" val="1565198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107</Words>
  <Application>Microsoft Office PowerPoint</Application>
  <PresentationFormat>ワイド画面</PresentationFormat>
  <Paragraphs>34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江田　悠真</dc:creator>
  <cp:lastModifiedBy>江田　悠真</cp:lastModifiedBy>
  <cp:revision>4</cp:revision>
  <dcterms:created xsi:type="dcterms:W3CDTF">2026-07-05T14:36:55Z</dcterms:created>
  <dcterms:modified xsi:type="dcterms:W3CDTF">2026-07-06T02:02:07Z</dcterms:modified>
</cp:coreProperties>
</file>