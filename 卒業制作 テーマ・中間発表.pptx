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Z4l44vHPzKZImSivDlVkC4Y8K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5565c702f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g15565c702f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5565c702f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5565c702f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565c702ff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5565c702ff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565c702ff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15565c702ff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ja-JP"/>
              <a:t>卒業制作</a:t>
            </a:r>
            <a:br>
              <a:rPr lang="ja-JP"/>
            </a:br>
            <a:r>
              <a:rPr lang="ja-JP"/>
              <a:t>テーマ・中間発表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dirty="0"/>
              <a:t>学籍番号</a:t>
            </a:r>
            <a:r>
              <a:rPr lang="en-US" altLang="ja-JP" dirty="0"/>
              <a:t>25023</a:t>
            </a:r>
            <a:r>
              <a:rPr lang="ja-JP" dirty="0"/>
              <a:t>名前</a:t>
            </a:r>
            <a:r>
              <a:rPr lang="ja-JP" altLang="en-US" dirty="0"/>
              <a:t>江田悠真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テーマ</a:t>
            </a:r>
            <a:r>
              <a:rPr lang="ja-JP" altLang="en-US" dirty="0"/>
              <a:t>日田市の魅力</a:t>
            </a:r>
            <a:endParaRPr lang="ja-JP" altLang="en-US"/>
          </a:p>
        </p:txBody>
      </p:sp>
      <p:pic>
        <p:nvPicPr>
          <p:cNvPr id="2" name="図 1" descr="大分県日田市の地図 | Map-It マップ・イット">
            <a:extLst>
              <a:ext uri="{FF2B5EF4-FFF2-40B4-BE49-F238E27FC236}">
                <a16:creationId xmlns:a16="http://schemas.microsoft.com/office/drawing/2014/main" id="{2A8B2B49-4F68-A3FE-F8C3-CF2D23259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9" r="-6" b="13161"/>
          <a:stretch>
            <a:fillRect/>
          </a:stretch>
        </p:blipFill>
        <p:spPr>
          <a:xfrm>
            <a:off x="1028700" y="1779588"/>
            <a:ext cx="5067300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565c702ff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目次</a:t>
            </a:r>
            <a:endParaRPr dirty="0"/>
          </a:p>
        </p:txBody>
      </p:sp>
      <p:sp>
        <p:nvSpPr>
          <p:cNvPr id="97" name="Google Shape;97;g15565c702ff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>
              <a:lnSpc>
                <a:spcPct val="200000"/>
              </a:lnSpc>
              <a:spcBef>
                <a:spcPts val="0"/>
              </a:spcBef>
              <a:buSzPts val="2800"/>
              <a:buNone/>
            </a:pPr>
            <a:r>
              <a:rPr lang="ja-JP" altLang="en-US" dirty="0"/>
              <a:t>目的・背景</a:t>
            </a:r>
            <a:endParaRPr lang="en-US" altLang="ja-JP" dirty="0"/>
          </a:p>
          <a:p>
            <a:pPr marL="228600" lvl="0" indent="-50800" algn="ctr">
              <a:lnSpc>
                <a:spcPct val="200000"/>
              </a:lnSpc>
              <a:spcBef>
                <a:spcPts val="0"/>
              </a:spcBef>
              <a:buSzPts val="2800"/>
              <a:buNone/>
            </a:pPr>
            <a:r>
              <a:rPr lang="ja-JP" altLang="en-US" dirty="0"/>
              <a:t>作品・研究の概要</a:t>
            </a:r>
            <a:endParaRPr lang="en-US" altLang="ja-JP" dirty="0"/>
          </a:p>
          <a:p>
            <a:pPr marL="228600" lvl="0" indent="-50800" algn="ctr">
              <a:lnSpc>
                <a:spcPct val="200000"/>
              </a:lnSpc>
              <a:spcBef>
                <a:spcPts val="0"/>
              </a:spcBef>
              <a:buSzPts val="2800"/>
              <a:buNone/>
            </a:pPr>
            <a:r>
              <a:rPr lang="ja-JP" altLang="en-US" dirty="0"/>
              <a:t>今後の流れ</a:t>
            </a:r>
            <a:endParaRPr lang="en-US" altLang="ja-JP" dirty="0"/>
          </a:p>
          <a:p>
            <a:pPr marL="228600" lvl="0" indent="-50800" algn="ctr">
              <a:lnSpc>
                <a:spcPct val="200000"/>
              </a:lnSpc>
              <a:spcBef>
                <a:spcPts val="0"/>
              </a:spcBef>
              <a:buSzPts val="2800"/>
              <a:buNone/>
            </a:pPr>
            <a:r>
              <a:rPr lang="ja-JP" altLang="en-US" dirty="0"/>
              <a:t>制作・研究方法</a:t>
            </a:r>
            <a:endParaRPr lang="en-US" altLang="ja-JP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en-US" altLang="ja-JP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目的・背景</a:t>
            </a:r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ja-JP" altLang="ja-JP" dirty="0"/>
              <a:t>日田市の歴史や文化、グルメなど多くの人に知ってもらい観光や地域への関心を高める</a:t>
            </a:r>
            <a:endParaRPr lang="en-US" altLang="ja-JP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US" altLang="ja-JP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US" altLang="ja-JP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US" altLang="ja-JP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US" altLang="ja-JP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ja-JP" altLang="ja-JP" dirty="0"/>
              <a:t>歴史文化だけでなく、食や産業観光、アニメ・漫画をきっかけとした観光など、新たな魅力の発信にも取り組んでいる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565c702ff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作品・研究の概要</a:t>
            </a:r>
            <a:endParaRPr dirty="0"/>
          </a:p>
        </p:txBody>
      </p:sp>
      <p:sp>
        <p:nvSpPr>
          <p:cNvPr id="109" name="Google Shape;109;g15565c702ff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>
              <a:spcBef>
                <a:spcPts val="0"/>
              </a:spcBef>
              <a:buSzPts val="2800"/>
              <a:buNone/>
            </a:pPr>
            <a:r>
              <a:rPr lang="ja-JP" altLang="ja-JP" dirty="0"/>
              <a:t>日田市の魅力を紹介する観光パンフレットを制作するものである。歴史ある町並みや豊かな自然、食文化、伝統工芸などを掲載し、初めて日田市を訪れる人にも魅力が伝わるよう、見やすく親しみやすい紙面構成を目指す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5565c702ff_2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dirty="0"/>
              <a:t>今後の流れ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dirty="0"/>
          </a:p>
        </p:txBody>
      </p:sp>
      <p:sp>
        <p:nvSpPr>
          <p:cNvPr id="115" name="Google Shape;115;g15565c702ff_2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altLang="ja-JP" dirty="0"/>
              <a:t>7</a:t>
            </a:r>
            <a:r>
              <a:rPr lang="ja-JP" altLang="ja-JP" dirty="0"/>
              <a:t>月　</a:t>
            </a:r>
            <a:r>
              <a:rPr lang="ja-JP" altLang="en-US" dirty="0"/>
              <a:t>構成を考える</a:t>
            </a:r>
            <a:endParaRPr lang="en-US" altLang="ja-JP" dirty="0"/>
          </a:p>
          <a:p>
            <a:r>
              <a:rPr lang="en-US" altLang="ja-JP" dirty="0"/>
              <a:t>8</a:t>
            </a:r>
            <a:r>
              <a:rPr lang="ja-JP" altLang="ja-JP" dirty="0"/>
              <a:t>月</a:t>
            </a:r>
            <a:r>
              <a:rPr lang="ja-JP" altLang="en-US" dirty="0"/>
              <a:t>～９月　素材撮影</a:t>
            </a:r>
            <a:endParaRPr lang="ja-JP" altLang="ja-JP" dirty="0"/>
          </a:p>
          <a:p>
            <a:r>
              <a:rPr lang="ja-JP" altLang="ja-JP" dirty="0"/>
              <a:t>１０月</a:t>
            </a:r>
            <a:r>
              <a:rPr lang="ja-JP" altLang="en-US" dirty="0"/>
              <a:t>～１１月　編集</a:t>
            </a:r>
            <a:endParaRPr lang="ja-JP" altLang="ja-JP" dirty="0"/>
          </a:p>
          <a:p>
            <a:r>
              <a:rPr lang="en-US" altLang="ja-JP" dirty="0"/>
              <a:t>12</a:t>
            </a:r>
            <a:r>
              <a:rPr lang="ja-JP" altLang="ja-JP" dirty="0"/>
              <a:t>月</a:t>
            </a:r>
            <a:r>
              <a:rPr lang="ja-JP" altLang="en-US" dirty="0"/>
              <a:t>　完成</a:t>
            </a:r>
            <a:endParaRPr lang="ja-JP" altLang="ja-JP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5565c702ff_2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ja-JP" altLang="en-US" dirty="0"/>
              <a:t>制作・研究方法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CB1925-D11D-0022-5861-AEB49C88C7A4}"/>
              </a:ext>
            </a:extLst>
          </p:cNvPr>
          <p:cNvSpPr txBox="1"/>
          <p:nvPr/>
        </p:nvSpPr>
        <p:spPr>
          <a:xfrm>
            <a:off x="3182382" y="2667001"/>
            <a:ext cx="582723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dirty="0"/>
              <a:t>撮影機材　　　スマホ</a:t>
            </a:r>
            <a:endParaRPr kumimoji="1" lang="en-US" altLang="ja-JP" sz="4400" dirty="0"/>
          </a:p>
          <a:p>
            <a:pPr algn="ctr"/>
            <a:r>
              <a:rPr kumimoji="1" lang="ja-JP" altLang="en-US" sz="4400" dirty="0"/>
              <a:t>編集　イラストレータ</a:t>
            </a:r>
            <a:endParaRPr kumimoji="1" lang="en-US" altLang="ja-JP" sz="4400" dirty="0"/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175</Words>
  <Application>Microsoft Office PowerPoint</Application>
  <PresentationFormat>ワイド画面</PresentationFormat>
  <Paragraphs>25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Office テーマ</vt:lpstr>
      <vt:lpstr>卒業制作 テーマ・中間発表</vt:lpstr>
      <vt:lpstr>テーマ日田市の魅力</vt:lpstr>
      <vt:lpstr>目次</vt:lpstr>
      <vt:lpstr>目的・背景</vt:lpstr>
      <vt:lpstr>作品・研究の概要</vt:lpstr>
      <vt:lpstr>今後の流れ </vt:lpstr>
      <vt:lpstr>制作・研究方法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渡辺 眞未</dc:creator>
  <cp:lastModifiedBy>江田　悠真</cp:lastModifiedBy>
  <cp:revision>2</cp:revision>
  <dcterms:created xsi:type="dcterms:W3CDTF">2022-09-01T01:56:56Z</dcterms:created>
  <dcterms:modified xsi:type="dcterms:W3CDTF">2026-07-06T06:41:55Z</dcterms:modified>
</cp:coreProperties>
</file>